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5C9C-A712-3E6D-FDB7-6F4EF6FBE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DF31F-84D6-05CC-6126-E7ED9A0C9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59D6-1CDC-589B-3F74-3E59B8A1E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F48BB-CF51-B636-52BF-7768D7D0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61204-8C50-1A32-55D6-22B296CD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8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A367-D73E-2561-386D-E738B6091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43CA-332E-C258-92D0-29A273C04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DB334-02CD-EFEA-4AD4-26E06232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4D98C-FD1C-7331-E57E-5A0A3072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B1473-057B-4740-B259-FFDFD27F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3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30F1-CF68-550B-ECA9-B21745978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90F27-52DB-4056-4158-CA4C25E22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27FE7-173C-D2AA-8E89-8B7B7512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824EF-E9BC-E03A-0722-EF6FC1EAB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4E08A-749F-35EB-102C-F5D9578B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5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8D07-E89E-1894-438C-7031EE84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798A6-B340-F6B7-4735-DF77814E6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C7D40-F5E2-A898-9447-A31A0FDC9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1A0A4-A361-44A0-A254-C77D8770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9A570-1837-75F1-FCFC-D1ABD86B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ED389-14A3-5385-D6BF-2333A9F8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8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C1A0-67F0-8888-3580-A46B597C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DD696-A729-79D7-60AB-A8D5178C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C43EE-8E4C-9F1F-4D69-0680CCB80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FC5B22-282E-6673-F7FC-B3782ED52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28A31-255F-8245-6E5B-4CB5243F4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B2089-2D66-4CDC-9941-27DD354A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691D9-2C0C-A00E-1AA8-13B2E9D5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473A76-2818-EA6F-E5A8-423A2B73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3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E7B9-F62D-A5AB-B651-2D728730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F1DEA-9297-F30E-368C-DA466941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66D6A-4010-4C27-825E-9090B075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AD700-5EA5-62BA-A4E8-F9D2E7C4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0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B2C09-20E4-39F0-F76D-8DF13F9AD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50741-A9CB-C693-2B91-DCDC6980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AE2EE-8039-A168-CF47-5BD901A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3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FB6F-4490-5D61-06D5-81479BE29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EC3A9-3190-8AEB-BFE8-ACD4EA497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AAF2C-6134-075A-F582-DA11F924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9EF8A-ACEC-8747-074E-8C4F2BA72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4DADD-23F6-1CBA-86C8-B2DD96C08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39EAB-BB4F-85C9-0248-C763AA11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2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9676-B18D-775C-9370-FEE82D4C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1258C-5132-C453-D9B0-0D45A3D87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00166-325D-91C1-D370-3F12C08F7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CCF45-BFF3-2093-094C-7EFE319D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FDCAF-F6CB-36AD-D1FC-0FBE40C10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3CDE3-1651-644C-EAB2-F8D43739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7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BD1A-9C71-25A0-C80D-64C4AA19C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71B96-CA4F-DD83-F332-03A651086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6B6ED-FF16-E27E-D869-8BD3FFE2D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8CEAA-CECA-9511-6D43-366B2B4C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9E17F-63E9-23BB-82AB-C4E33522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4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6E57A-0001-0553-6C26-E455F0C41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C7CF6-BE34-3025-C1E5-B3C364426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83EFE-E1C9-AAEB-0CCB-89A3332C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7B62F-061A-7A35-5BF0-F688D209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4964C-69FE-A2B1-8131-CDAC0410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0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21734F-1203-77F5-FE7D-338F771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C3E4F-086C-3065-E34C-FC1F1B3CC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C7802-AC25-1629-425B-F3DF603A7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60A79-8313-4426-8738-69FDEA2BAB97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5B1A-0C89-6589-5D72-4FF8624A3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5FFFC-DEFD-09A4-6C12-C954D244F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773BD-4ACC-4C1F-B39B-9BA913491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50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A9E1-D2DA-AA0E-992A-12F52A7F34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B7D24-F82F-0349-2FBB-A72DD7B65B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E4543E-A0E5-2E15-A566-6F0BAC5B5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7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BBDFB-1932-C927-6BB0-EA7EC4E4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3D70-A531-5A35-DDD7-D9B259958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BCDCE-7529-2D28-A17C-F4D697E03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6F2B5-1B02-FEF6-241A-8A59D1321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0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89D6-AE6F-9557-BE6D-9CBDD31C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4B3E-9F88-DCAE-5951-4E12EF9E24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CD2F7-1ACB-ED6B-69B5-8D5AE05C14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29116-1597-A21D-EC38-565621914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71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66E9-76F7-6DF8-9A2B-4AC3746B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B7F8-9BF3-CBA5-D644-7716511DB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0AC56-1802-6E02-D80F-0DBEC60180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31AD7-6D34-FEE1-6BED-40E3F24BC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6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D049-EE9F-9514-F535-26298D5E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7ED9-2C06-2D7C-3AE0-48C0BF608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8B063-A6E7-E552-A20F-0FF5B3E12C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5794B-0354-6CF1-591B-FCB80D53E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4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DFC5-AB31-5804-2FB3-4DE7B906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6546-5756-9728-065D-977516B1AD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FD74A-DAC0-F5D9-8C6B-72AE4CB90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C8C21-A519-A275-C015-A99F3EBA6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FEC2-9DF6-BCEE-8B2C-E21BA186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0FCB-6561-8212-7CC8-3FD02B278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61DA0-5215-EDB7-F9D5-2D60420985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FBCAB-D8D8-85A8-B94B-43E32F8E2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74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FD07-F324-D0A5-0823-79108E039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8686-0502-656C-36F6-C57F7EB88C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7F217-D78B-7A09-FDD1-48A5BB21B8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B9C8F-2AA7-EB77-0279-265129AC1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511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E308C-4957-F0A3-345A-37A62145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32D9-CFF9-80AE-8B8E-A5800E530E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14F8A-6B08-CBCE-E206-E19F08CE1F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D1A52-C069-B0E1-395F-C50B2C55A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6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A2C57-720D-0607-424F-76E90267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37E0-F5A6-DEEF-C9BD-C33C08422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CA5DB-E6D2-818E-97B3-A04E55DAED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AD215-64E7-F812-15C6-4A689B4E3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0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Palma  Vassili</dc:creator>
  <cp:lastModifiedBy>De Palma  Vassili</cp:lastModifiedBy>
  <cp:revision>1</cp:revision>
  <dcterms:created xsi:type="dcterms:W3CDTF">2026-03-20T03:28:03Z</dcterms:created>
  <dcterms:modified xsi:type="dcterms:W3CDTF">2026-03-20T03:46:41Z</dcterms:modified>
</cp:coreProperties>
</file>